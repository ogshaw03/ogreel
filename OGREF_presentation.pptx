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gref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7" y="1828800"/>
            <a:ext cx="4389120" cy="12904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0233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アニメーション／動画リファレンス管理アプリ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707082"/>
                </a:solidFill>
                <a:latin typeface="Yu Gothic UI"/>
                <a:ea typeface="Yu Gothic UI"/>
                <a:cs typeface="Yu Gothic UI"/>
              </a:rPr>
              <a:t>チームで“参考映像ライブラリ”を、集めて・整理して・共有する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760720"/>
            <a:ext cx="2286000" cy="4572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7C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5788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Beta_v0.2.1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こんな課題はありませんか？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🔖  参考にしたい動画が YouTube・Vimeo・ローカル等バラバラで管理しづらい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🔁  チームで「あの参考映像」を共有・整理するのが手間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🗂  フォルダやタグで体系立てて貯めておく場所がない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👀  複数の参考映像を見比べたいが、いちいち開くのが面倒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📱  PCでもスマホでも同じライブラリを見たい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OGREF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“ワークスペース”ごとに、チームで参考動画ライブラリを共同構築できるWebアプリ。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/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✓  9つのプラットフォーム＋ローカル動画を一元管理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✓  フォルダ階層・タグ・検索で整理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✓  リアルタイム同期で複数人が同時に編集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✓  PC／スマホ対応（レスポンシブ）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✓  インストール不要・URLを開くだけ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主な機能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🎬 多プラットフォーム対応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YouTube/Vimeo/ニコニコ/X/
Instagram/TikTok/LinkedIn/
Google Drive/ローカル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828800"/>
            <a:ext cx="352044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🗂 整理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フォルダ階層・タグ・
検索・並び替え・お気に入り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828800"/>
            <a:ext cx="352044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👥 共同作業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ワークスペース共有・
リアルタイム同期・権限管理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352044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⊞ 比較再生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2つの動画を並べて同時再生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886200"/>
            <a:ext cx="352044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690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⇄ WS間コピー/移動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複数選択でまとめて整理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886200"/>
            <a:ext cx="352044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40690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📱 モバイル対応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スマホ最適化レイアウト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対応プラットフォーム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2286000"/>
            <a:ext cx="292608" cy="292608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231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YouTube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2286000"/>
            <a:ext cx="292608" cy="292608"/>
          </a:xfrm>
          <a:prstGeom prst="rect">
            <a:avLst/>
          </a:prstGeom>
          <a:solidFill>
            <a:srgbClr val="1AB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231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Vimeo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286000"/>
            <a:ext cx="292608" cy="292608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31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ニコニコ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0896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" y="3383280"/>
            <a:ext cx="292608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328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X (Twitter)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0896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44568" y="3383280"/>
            <a:ext cx="292608" cy="292608"/>
          </a:xfrm>
          <a:prstGeom prst="rect">
            <a:avLst/>
          </a:prstGeom>
          <a:solidFill>
            <a:srgbClr val="D62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328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Instagram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10896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3383280"/>
            <a:ext cx="292608" cy="29260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328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TikTok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0624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4128" y="4480560"/>
            <a:ext cx="292608" cy="292608"/>
          </a:xfrm>
          <a:prstGeom prst="rect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LinkedIn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20624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44568" y="4480560"/>
            <a:ext cx="292608" cy="2926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Google Drive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4206240"/>
            <a:ext cx="3291840" cy="8686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4480560"/>
            <a:ext cx="292608" cy="292608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ローカル動画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07082"/>
                </a:solidFill>
                <a:latin typeface="Yu Gothic UI"/>
                <a:ea typeface="Yu Gothic UI"/>
                <a:cs typeface="Yu Gothic UI"/>
              </a:rPr>
              <a:t>URL動画はサムネ表示・自動再生プレビューに対応。ローカル動画はフォルダ連携で各自の端末から再生。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Organize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整理する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🗂  フォルダ階層 ―「親/子」のツリーで分類、ドラッグで振り分け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🏷  タグ ― 横断的に分類、ワンタップで絞り込み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🔍  検索 ― タイトル・タグでインクリメンタル検索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↕  並び替え ― 新しい順／名前順／フォルダ別／プラットフォーム別 など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⭐  お気に入り ― よく見る参考をすぐに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🖼  サムネのみ／タイトル表示の切り替え、自動再生プレビュー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チームで共同作業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🔗  招待コードでワークスペースを共有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⚡  リアルタイム同期 ― 追加・編集が即座に全員へ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🔐  編集権限の付与（オーナー設定）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     ・全員可／許可ユーザーのみ／オーナーのみ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     ・追加・編集・削除・WS間コピー/移動 をまとめて制御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👥  参加者一覧・退出管理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制作を助ける便利機能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⊞  並べて再生（比較）― 2つの参考映像を同時再生して見比べ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⇄  ワークスペース間のコピー/移動 ― 複数選択でまとめて整理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💾  ローカル動画連携 ― PC内フォルダの動画をそのまま管理（Chrome）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🎞  .mov（H.264）対応・ループ再生・再生範囲指定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⚡  オフライン永続キャッシュで高速表示・サーバー負荷軽減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スマホでも使える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📱  スマホで開くと自動でモバイルUIに切り替え（同一URL）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・上部バー：ロゴ／ワークスペース切替／検索／メニュー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・下部バー：ライブラリ・プラットフォーム・フォルダ（アイコン最小化）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・タイルの「⋯」から お気に入り・編集・削除・比較・移動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9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・動画はモーダルで全画面再生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運営・サポート機能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🛠  運営コンソール ― メンテナンス制御・全体お知らせ・アクセス管理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💬  意見箱 ― 利用者がご意見を投稿、運営がステータス／コメントで対応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📣  更新情報（パッチノート）― アプリ内で更新内容を確認、更新時に自動表示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🔑  権限区分 ― 運営／管理者／メンバー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使い方はかんたん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103120" cy="15544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514600"/>
            <a:ext cx="457200" cy="457200"/>
          </a:xfrm>
          <a:prstGeom prst="ellipse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ログイン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Googleアカウント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834640"/>
            <a:ext cx="2103120" cy="15544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0752" y="2514600"/>
            <a:ext cx="457200" cy="457200"/>
          </a:xfrm>
          <a:prstGeom prst="ellipse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WS作成/参加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招待コードで共有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5504" y="2834640"/>
            <a:ext cx="2103120" cy="15544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98464" y="2514600"/>
            <a:ext cx="457200" cy="457200"/>
          </a:xfrm>
          <a:prstGeom prst="ellipse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動画を追加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URL貼付 or ローカル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43216" y="2834640"/>
            <a:ext cx="2103120" cy="15544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2514600"/>
            <a:ext cx="457200" cy="457200"/>
          </a:xfrm>
          <a:prstGeom prst="ellipse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整理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フォルダ・タグ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2834640"/>
            <a:ext cx="2103120" cy="155448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33888" y="2514600"/>
            <a:ext cx="457200" cy="457200"/>
          </a:xfrm>
          <a:prstGeom prst="ellipse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共有・活用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チームで閲覧・比較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こんな場面で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🎨  アニメ／映像制作チーム ― アクション・作画・演出の参考集を共有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🧑‍🎓  教育・スクール ― 課題やお手本の映像をまとめて提示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🙋  個人 ― 自分専用のリファレンス資料庫として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🏢  チーム/サークル ― 企画・ムードボード的な映像コレクション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技術構成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🌐  単一HTML（ビルド不要）＋ GitHub Pages で配信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🔥  Firebase ― Firestore（リアルタイムDB）＋ 認証（Google）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⚙  本番／開発（dev）環境をデータ分離して安全に検証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💽  オフライン永続キャッシュで読み取りコストを最適化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📦  インストール不要・URLひとつで利用可能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今後の展望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📚  OGREF Library ― 自由なレイアウトでライブラリを作り、観覧URLで公開（開発中）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🏢  マルチテナント（組織/企業向け）対応の検討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🧹  データ運用の最適化（不要データの棚卸し 等）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900" b="0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🙌  意見箱に寄せられた声を反映して継続的に改善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gref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194560"/>
            <a:ext cx="3657600" cy="10753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023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ECECF2"/>
                </a:solidFill>
                <a:latin typeface="Yu Gothic UI"/>
                <a:ea typeface="Yu Gothic UI"/>
                <a:cs typeface="Yu Gothic UI"/>
              </a:rPr>
              <a:t>集めて、整理して、チームで共有する。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6A6B6"/>
                </a:solidFill>
                <a:latin typeface="Yu Gothic UI"/>
                <a:ea typeface="Yu Gothic UI"/>
                <a:cs typeface="Yu Gothic UI"/>
              </a:rPr>
              <a:t>OGREF — あなたのチームの“参考映像ライブラリ”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7C6FFF"/>
                </a:solidFill>
                <a:latin typeface="Yu Gothic UI"/>
                <a:ea typeface="Yu Gothic UI"/>
                <a:cs typeface="Yu Gothic UI"/>
              </a:rPr>
              <a:t>https://ogshaw03.github.io/OGREF/OGREF_Beta.html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